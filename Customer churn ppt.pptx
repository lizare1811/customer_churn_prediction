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326811-B351-43BE-AF61-8DC349536AAC}" v="1" dt="2026-01-13T16:22:57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3" autoAdjust="0"/>
    <p:restoredTop sz="94660"/>
  </p:normalViewPr>
  <p:slideViewPr>
    <p:cSldViewPr snapToGrid="0">
      <p:cViewPr varScale="1">
        <p:scale>
          <a:sx n="73" d="100"/>
          <a:sy n="73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LIZARE SHERINE" userId="a859684dbb8cb6a8" providerId="LiveId" clId="{6D1C0EE8-6235-4E2B-A6A4-C89613C3146C}"/>
    <pc:docChg chg="custSel modSld">
      <pc:chgData name="M LIZARE SHERINE" userId="a859684dbb8cb6a8" providerId="LiveId" clId="{6D1C0EE8-6235-4E2B-A6A4-C89613C3146C}" dt="2026-01-13T16:22:57.680" v="1"/>
      <pc:docMkLst>
        <pc:docMk/>
      </pc:docMkLst>
      <pc:sldChg chg="addSp delSp modSp mod">
        <pc:chgData name="M LIZARE SHERINE" userId="a859684dbb8cb6a8" providerId="LiveId" clId="{6D1C0EE8-6235-4E2B-A6A4-C89613C3146C}" dt="2026-01-13T16:22:57.680" v="1"/>
        <pc:sldMkLst>
          <pc:docMk/>
          <pc:sldMk cId="2390631442" sldId="262"/>
        </pc:sldMkLst>
        <pc:spChg chg="del">
          <ac:chgData name="M LIZARE SHERINE" userId="a859684dbb8cb6a8" providerId="LiveId" clId="{6D1C0EE8-6235-4E2B-A6A4-C89613C3146C}" dt="2026-01-13T16:22:47.165" v="0" actId="21"/>
          <ac:spMkLst>
            <pc:docMk/>
            <pc:sldMk cId="2390631442" sldId="262"/>
            <ac:spMk id="3" creationId="{8D0CEB3F-7827-A420-BB30-31A0801153FC}"/>
          </ac:spMkLst>
        </pc:spChg>
        <pc:spChg chg="add mod">
          <ac:chgData name="M LIZARE SHERINE" userId="a859684dbb8cb6a8" providerId="LiveId" clId="{6D1C0EE8-6235-4E2B-A6A4-C89613C3146C}" dt="2026-01-13T16:22:57.680" v="1"/>
          <ac:spMkLst>
            <pc:docMk/>
            <pc:sldMk cId="2390631442" sldId="262"/>
            <ac:spMk id="5" creationId="{B5417C51-7063-BBD6-FAED-5B2C95295B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0427-CE31-23F5-873C-21C5945AF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B443F-F7CF-9FEC-9F24-2D54A8D77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4CF2-03F0-DF29-0EB4-3B85CF8F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D3A4A-AD82-A5AC-2BAF-43C9E7E0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0DC85-51C2-B463-012D-31437DB8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50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3A61-4321-EEAA-044A-E4D4A285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ED95-6DA0-1C49-460B-961086CBC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8CA6B-0D00-8546-5AFA-ED1AA194B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A0146-D625-DC76-6BB8-019C2FA2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06B25-AD45-2681-03A2-B65E167B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50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E8AD-C8BD-ADF7-2956-959336EBB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65172-6E76-B8D7-5A78-259468EFD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BC294-487D-5B33-AF80-A9AD8E0F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5C768-CDD1-0B0F-0633-D7D9E096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907AF-E5AF-290B-56F7-17E1414E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8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F03C-420C-2AEF-A7E5-5638DF9C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1ECC1-CEBC-B9F7-E199-3BC09DC9A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DB47F-AE46-6500-1E94-9E196A33E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E383C-B7A8-7A48-7789-8C7DC5738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05584-7B96-CFB7-1F4D-0FB27BB8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FD26A-2D58-E107-C2A7-095CB060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8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D277-A6C1-6C80-2616-A6C69CD9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75E47-C007-FB8B-2C1D-70F989C5A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BD0CC-36F8-3DF9-248C-84B36C3DF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E4074-442A-ED6C-19FF-8148F80D5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F4F2D-FB09-705B-64CF-752C1EAF7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ED06C7-C1E8-735A-EE74-63FC57CF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41F624-BE7C-B93A-DF02-04239BF9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5205D-8E8C-C5C0-B86F-1C895C88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411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334F-CCD0-85FF-9797-DCE44951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79BBD-71BF-2E87-BD6F-78327222E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4C71B-627A-61CD-F1B3-81B6133C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377CC-866D-9DEE-414D-7CA888893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3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E6DDA1-4280-60DA-D12D-5E689273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2AAE0-B681-5273-C791-807F873D1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9F952-6A44-B68E-7B12-AA8F953C0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82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01638-9E7D-5D56-136D-D94C48E5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0DD13-012D-9B0D-A5DD-1D3BCEF35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DE9D0-7E0F-8E5C-E66D-2F0FC31B2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E54FD-C158-4A1B-5661-68E81549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98833-D527-5DF3-294A-CA0E13BB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3BEEF-DBD9-C0A1-A934-F7F81A87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15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D91-C690-2CE8-4E04-0671835C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D9C95F-80E1-B2B6-2E60-0029794F2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6C507-FACF-97E4-095D-36C98AA66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BAA50-F37E-83DC-B598-94F5E3F6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173D9-D4F1-B6F9-667E-AB10832C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6CB1B-4A6C-00AE-5DFA-950CE95A5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01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1757-DA2E-573C-06E3-80B3317D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29E0D-42A1-3644-9687-C60F7420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57ABA-EE4A-4F91-B86A-EBE06252C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A1A06-A7DE-D62E-9F2F-90301DF9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3466C-C035-25E1-0D07-4173515B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21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C369D-DF4E-28E2-ADBE-7ADD420A0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CCADB-5DC9-0F45-5ABC-A081CABE6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D3FF1-CBAC-2BF9-C561-D36CA621C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32E29-50BA-D923-E6E2-6239EA6D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D0F85-5A38-E784-43A1-1E4497F5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68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8CB3F0-56D5-BFE6-9A95-4075C446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B9371-1351-96DF-6D20-ACFDE2EE6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A1FBA-1D33-5F62-71C6-838068E43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461F5-9B9A-43AB-A4DF-4A14EB9D4EB6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72144-2C2B-82FA-CD51-01DE8DDD6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DD0E6-0075-4B71-27D6-37C73A5F0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9E307-7538-4512-9F3F-875F8A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00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21A13-4D7E-EC00-7A50-BAC3FE449E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Customer Churn Prediction Using Machine Learning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D57C1-7235-4317-C3D6-9D4282DDD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:  LIZARE SHERINE 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2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E60E-9F84-516C-7DD0-7C545059E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INTRODUCTION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38BFC-B4C8-2C17-725E-820030FA8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086" y="1825625"/>
            <a:ext cx="9799983" cy="4351338"/>
          </a:xfrm>
        </p:spPr>
        <p:txBody>
          <a:bodyPr/>
          <a:lstStyle/>
          <a:p>
            <a:r>
              <a:rPr lang="en-US" dirty="0"/>
              <a:t>Customer churn refers to customers leaving a business</a:t>
            </a:r>
          </a:p>
          <a:p>
            <a:r>
              <a:rPr lang="en-US" dirty="0"/>
              <a:t>High churn affects company revenue and growth</a:t>
            </a:r>
          </a:p>
          <a:p>
            <a:r>
              <a:rPr lang="en-US" dirty="0"/>
              <a:t>Manual analysis of churn is difficult for large datasets</a:t>
            </a:r>
          </a:p>
          <a:p>
            <a:r>
              <a:rPr lang="en-US" dirty="0"/>
              <a:t>Machine Learning helps  to predict churn automatically</a:t>
            </a:r>
          </a:p>
          <a:p>
            <a:r>
              <a:rPr lang="en-US" dirty="0"/>
              <a:t>Useful for telecom, banking, and subscription services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672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6BAF-0D80-5218-C731-C0E1024A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PROBLEM STATEMENT AND OBJECTIVES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160C-8D4D-6091-C88E-0B4D309D6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Problem Statement</a:t>
            </a:r>
            <a:endParaRPr lang="en-US" dirty="0"/>
          </a:p>
          <a:p>
            <a:r>
              <a:rPr lang="en-US" dirty="0"/>
              <a:t>Businesses lose customers without early warning</a:t>
            </a:r>
          </a:p>
          <a:p>
            <a:r>
              <a:rPr lang="en-US" dirty="0"/>
              <a:t>Identifying churn-prone customers manually is inefficient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Objectives</a:t>
            </a:r>
            <a:endParaRPr lang="en-US" dirty="0"/>
          </a:p>
          <a:p>
            <a:r>
              <a:rPr lang="en-US" dirty="0"/>
              <a:t>Predict whether a customer will churn</a:t>
            </a:r>
          </a:p>
          <a:p>
            <a:r>
              <a:rPr lang="en-US" dirty="0"/>
              <a:t>Analyze customer behavior patterns</a:t>
            </a:r>
          </a:p>
          <a:p>
            <a:r>
              <a:rPr lang="en-US" dirty="0"/>
              <a:t>Help businesses take preventive 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98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9FAA-01C7-6F1D-DABD-8CEEB117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ALGORITHMS USED AND WORKFLOW </a:t>
            </a:r>
            <a:endParaRPr lang="en-IN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756AC-8CF1-549E-7F97-EE3F5FA77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930" y="1825625"/>
            <a:ext cx="9173818" cy="4351338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ALGORITHMS</a:t>
            </a:r>
          </a:p>
          <a:p>
            <a:r>
              <a:rPr lang="en-US" dirty="0"/>
              <a:t>Logistic Regression : Basic churn classification</a:t>
            </a:r>
          </a:p>
          <a:p>
            <a:r>
              <a:rPr lang="en-US" dirty="0"/>
              <a:t>Decision Tree : Rule based classification</a:t>
            </a:r>
          </a:p>
          <a:p>
            <a:r>
              <a:rPr lang="en-US" dirty="0"/>
              <a:t>Random Forest : Improved accuracy and stability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WORKFLOW</a:t>
            </a:r>
          </a:p>
          <a:p>
            <a:r>
              <a:rPr lang="en-US" dirty="0"/>
              <a:t>Load customer dataset</a:t>
            </a:r>
          </a:p>
          <a:p>
            <a:r>
              <a:rPr lang="en-US" dirty="0"/>
              <a:t>Data preprocessing and cleaning</a:t>
            </a:r>
          </a:p>
          <a:p>
            <a:r>
              <a:rPr lang="en-US" dirty="0"/>
              <a:t>Feature selection</a:t>
            </a:r>
          </a:p>
          <a:p>
            <a:r>
              <a:rPr lang="en-US" dirty="0"/>
              <a:t>Model training</a:t>
            </a:r>
          </a:p>
          <a:p>
            <a:r>
              <a:rPr lang="en-US" dirty="0"/>
              <a:t>Model evaluation</a:t>
            </a:r>
          </a:p>
          <a:p>
            <a:r>
              <a:rPr lang="en-US" dirty="0"/>
              <a:t>Churn prediction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47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E094-D347-26FF-6FA1-582443C6B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595" y="419922"/>
            <a:ext cx="8425405" cy="746045"/>
          </a:xfrm>
        </p:spPr>
        <p:txBody>
          <a:bodyPr/>
          <a:lstStyle/>
          <a:p>
            <a:r>
              <a:rPr lang="en-US" b="1" dirty="0"/>
              <a:t>OUTPUT/PREDICTION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5C413C-3767-5E6F-20CD-7F20783F4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159" y="1423686"/>
            <a:ext cx="5528842" cy="5150734"/>
          </a:xfrm>
        </p:spPr>
        <p:txBody>
          <a:bodyPr/>
          <a:lstStyle/>
          <a:p>
            <a:r>
              <a:rPr lang="en-US" dirty="0"/>
              <a:t>Predefined input values are passed to the trained model in the code</a:t>
            </a:r>
          </a:p>
          <a:p>
            <a:r>
              <a:rPr lang="en-US" dirty="0"/>
              <a:t>The model processes these inputs automatically</a:t>
            </a:r>
          </a:p>
          <a:p>
            <a:r>
              <a:rPr lang="en-US" dirty="0"/>
              <a:t>The system displays the predicted churn category</a:t>
            </a:r>
          </a:p>
          <a:p>
            <a:r>
              <a:rPr lang="en-US" dirty="0"/>
              <a:t>Example Output:</a:t>
            </a:r>
            <a:br>
              <a:rPr lang="en-US" dirty="0"/>
            </a:br>
            <a:r>
              <a:rPr lang="en-US" b="1" dirty="0"/>
              <a:t>Predicted Churn Category: Competitor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A0C25CD-ECDF-E10C-D09F-1858949F7AAC}"/>
              </a:ext>
            </a:extLst>
          </p:cNvPr>
          <p:cNvSpPr/>
          <p:nvPr/>
        </p:nvSpPr>
        <p:spPr>
          <a:xfrm>
            <a:off x="8681012" y="1261641"/>
            <a:ext cx="1921397" cy="142368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Predefined Test Data (in code)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9F926AF-F4F0-A65C-84DE-8C390CA86523}"/>
              </a:ext>
            </a:extLst>
          </p:cNvPr>
          <p:cNvSpPr/>
          <p:nvPr/>
        </p:nvSpPr>
        <p:spPr>
          <a:xfrm>
            <a:off x="9438290" y="2685326"/>
            <a:ext cx="357351" cy="446757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2F0300-E4DA-E016-2EB1-FDB03D59B1D2}"/>
              </a:ext>
            </a:extLst>
          </p:cNvPr>
          <p:cNvSpPr/>
          <p:nvPr/>
        </p:nvSpPr>
        <p:spPr>
          <a:xfrm>
            <a:off x="8777402" y="3199123"/>
            <a:ext cx="1679126" cy="10878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Trained ML Model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76311D55-249E-CCC5-C85F-643FAA579B16}"/>
              </a:ext>
            </a:extLst>
          </p:cNvPr>
          <p:cNvSpPr/>
          <p:nvPr/>
        </p:nvSpPr>
        <p:spPr>
          <a:xfrm>
            <a:off x="9438290" y="4286944"/>
            <a:ext cx="337487" cy="43220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8FED266-6026-2B16-519C-A8DA6B2DF30C}"/>
              </a:ext>
            </a:extLst>
          </p:cNvPr>
          <p:cNvSpPr/>
          <p:nvPr/>
        </p:nvSpPr>
        <p:spPr>
          <a:xfrm>
            <a:off x="8724240" y="4800740"/>
            <a:ext cx="1834939" cy="10878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Predicted Churn Category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A8E584-1ABF-6A6E-7AC6-48669C01B0E3}"/>
              </a:ext>
            </a:extLst>
          </p:cNvPr>
          <p:cNvSpPr txBox="1"/>
          <p:nvPr/>
        </p:nvSpPr>
        <p:spPr>
          <a:xfrm>
            <a:off x="8113986" y="6014963"/>
            <a:ext cx="4214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Churn Category Prediction using Trained Machine Learning Model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44146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32676-D61C-B6BB-F80A-5B39BD6F4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539"/>
            <a:ext cx="10515600" cy="47954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RESULTS</a:t>
            </a:r>
          </a:p>
          <a:p>
            <a:r>
              <a:rPr lang="en-US" dirty="0"/>
              <a:t>Machine learning models successfully predicted churn</a:t>
            </a:r>
          </a:p>
          <a:p>
            <a:r>
              <a:rPr lang="en-US" dirty="0"/>
              <a:t>Random Forest showed better performance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FUTURE ENHANCEMENTS</a:t>
            </a:r>
          </a:p>
          <a:p>
            <a:r>
              <a:rPr lang="en-IN" dirty="0"/>
              <a:t>Use deep learning for better accuracy</a:t>
            </a:r>
          </a:p>
          <a:p>
            <a:r>
              <a:rPr lang="en-IN" dirty="0"/>
              <a:t>Real time churn prediction</a:t>
            </a:r>
          </a:p>
          <a:p>
            <a:r>
              <a:rPr lang="en-IN" dirty="0"/>
              <a:t>Deploy as a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59458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9C8E-B4A6-0418-EE4B-B1227EFF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CONCLUSION</a:t>
            </a:r>
            <a:endParaRPr lang="en-IN" b="1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417C51-7063-BBD6-FAED-5B2C95295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successfully predicts the customer churn category using a trained machine learning model. </a:t>
            </a:r>
            <a:r>
              <a:rPr lang="en-US"/>
              <a:t>By analyzing predefined input data, the system identifies churn patterns effectively and helps businesses take steps to reduce customer loss.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631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252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Customer Churn Prediction Using Machine Learning </vt:lpstr>
      <vt:lpstr>INTRODUCTION</vt:lpstr>
      <vt:lpstr>PROBLEM STATEMENT AND OBJECTIVES</vt:lpstr>
      <vt:lpstr>ALGORITHMS USED AND WORKFLOW </vt:lpstr>
      <vt:lpstr>OUTPUT/PREDICTION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LIZARE SHERINE</dc:creator>
  <cp:lastModifiedBy>M LIZARE SHERINE</cp:lastModifiedBy>
  <cp:revision>1</cp:revision>
  <dcterms:created xsi:type="dcterms:W3CDTF">2026-01-13T14:44:07Z</dcterms:created>
  <dcterms:modified xsi:type="dcterms:W3CDTF">2026-01-13T16:23:05Z</dcterms:modified>
</cp:coreProperties>
</file>